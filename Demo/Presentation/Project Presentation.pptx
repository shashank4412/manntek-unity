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10.xml" ContentType="application/vnd.openxmlformats-officedocument.theme+xml"/>
  <Override PartName="/ppt/theme/theme8.xml" ContentType="application/vnd.openxmlformats-officedocument.theme+xml"/>
  <Override PartName="/ppt/theme/theme11.xml" ContentType="application/vnd.openxmlformats-officedocument.theme+xml"/>
  <Override PartName="/ppt/theme/theme9.xml" ContentType="application/vnd.openxmlformats-officedocument.theme+xml"/>
  <Override PartName="/ppt/theme/theme12.xml" ContentType="application/vnd.openxmlformats-officedocument.theme+xml"/>
  <Override PartName="/ppt/slideMasters/_rels/slideMaster4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slideMaster7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4.xml" ContentType="application/vnd.openxmlformats-officedocument.presentationml.slideMaster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_rels/slideLayout16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6.xml" ContentType="application/vnd.openxmlformats-officedocument.presentationml.slideLayout+xml"/>
  <Override PartName="/ppt/media/image9.png" ContentType="image/png"/>
  <Override PartName="/ppt/media/image17.png" ContentType="image/png"/>
  <Override PartName="/ppt/media/image11.png" ContentType="image/png"/>
  <Override PartName="/ppt/media/image1.jpeg" ContentType="image/jpeg"/>
  <Override PartName="/ppt/media/image2.jpeg" ContentType="image/jpeg"/>
  <Override PartName="/ppt/media/image4.jpeg" ContentType="image/jpeg"/>
  <Override PartName="/ppt/media/image5.jpeg" ContentType="image/jpeg"/>
  <Override PartName="/ppt/media/image6.jpeg" ContentType="image/jpeg"/>
  <Override PartName="/ppt/media/image12.png" ContentType="image/png"/>
  <Override PartName="/ppt/media/image7.png" ContentType="image/png"/>
  <Override PartName="/ppt/media/image15.png" ContentType="image/png"/>
  <Override PartName="/ppt/media/image3.jpeg" ContentType="image/jpeg"/>
  <Override PartName="/ppt/media/image16.png" ContentType="image/png"/>
  <Override PartName="/ppt/media/image8.png" ContentType="image/png"/>
  <Override PartName="/ppt/media/image10.png" ContentType="image/png"/>
  <Override PartName="/ppt/media/image13.png" ContentType="image/png"/>
  <Override PartName="/ppt/media/image18.png" ContentType="image/png"/>
  <Override PartName="/ppt/media/image14.png" ContentType="image/png"/>
  <Override PartName="/ppt/media/image19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  <p:sldMasterId id="2147483653" r:id="rId4"/>
    <p:sldMasterId id="2147483655" r:id="rId5"/>
    <p:sldMasterId id="2147483658" r:id="rId6"/>
    <p:sldMasterId id="2147483660" r:id="rId7"/>
    <p:sldMasterId id="2147483664" r:id="rId8"/>
    <p:sldMasterId id="2147483666" r:id="rId9"/>
    <p:sldMasterId id="2147483668" r:id="rId10"/>
    <p:sldMasterId id="2147483670" r:id="rId11"/>
    <p:sldMasterId id="2147483672" r:id="rId12"/>
    <p:sldMasterId id="2147483674" r:id="rId13"/>
  </p:sld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7.xml"/><Relationship Id="rId7" Type="http://schemas.openxmlformats.org/officeDocument/2006/relationships/slideMaster" Target="slideMasters/slideMaster8.xml"/><Relationship Id="rId8" Type="http://schemas.openxmlformats.org/officeDocument/2006/relationships/slideMaster" Target="slideMasters/slideMaster10.xml"/><Relationship Id="rId9" Type="http://schemas.openxmlformats.org/officeDocument/2006/relationships/slideMaster" Target="slideMasters/slideMaster11.xml"/><Relationship Id="rId10" Type="http://schemas.openxmlformats.org/officeDocument/2006/relationships/slideMaster" Target="slideMasters/slideMaster12.xml"/><Relationship Id="rId11" Type="http://schemas.openxmlformats.org/officeDocument/2006/relationships/slideMaster" Target="slideMasters/slideMaster13.xml"/><Relationship Id="rId12" Type="http://schemas.openxmlformats.org/officeDocument/2006/relationships/slideMaster" Target="slideMasters/slideMaster14.xml"/><Relationship Id="rId13" Type="http://schemas.openxmlformats.org/officeDocument/2006/relationships/slideMaster" Target="slideMasters/slideMaster15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jpe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jpe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3.jpe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tBDfr" TargetMode="Externa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3.jpe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tBDfr" TargetMode="Externa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3.jpe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tBDfr" TargetMode="Externa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ONE_COLUMN_TEXT_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Google Shape;93;p18" descr=""/>
          <p:cNvPicPr/>
          <p:nvPr/>
        </p:nvPicPr>
        <p:blipFill>
          <a:blip r:embed="rId2"/>
          <a:stretch/>
        </p:blipFill>
        <p:spPr>
          <a:xfrm rot="10800000">
            <a:off x="1080" y="0"/>
            <a:ext cx="9142920" cy="51426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" name="Google Shape;94;p18"/>
          <p:cNvCxnSpPr/>
          <p:nvPr/>
        </p:nvCxnSpPr>
        <p:spPr>
          <a:xfrm>
            <a:off x="0" y="5021640"/>
            <a:ext cx="9145080" cy="1080"/>
          </a:xfrm>
          <a:prstGeom prst="straightConnector1">
            <a:avLst/>
          </a:prstGeom>
          <a:ln w="9360">
            <a:solidFill>
              <a:srgbClr val="000000"/>
            </a:solidFill>
            <a:round/>
          </a:ln>
        </p:spPr>
      </p:cxnSp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228600" y="3088440"/>
            <a:ext cx="53431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93;p18" descr=""/>
          <p:cNvPicPr/>
          <p:nvPr/>
        </p:nvPicPr>
        <p:blipFill>
          <a:blip r:embed="rId2"/>
          <a:stretch/>
        </p:blipFill>
        <p:spPr>
          <a:xfrm rot="10800000">
            <a:off x="1080" y="0"/>
            <a:ext cx="9142920" cy="51426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4" name="Google Shape;94;p18"/>
          <p:cNvCxnSpPr/>
          <p:nvPr/>
        </p:nvCxnSpPr>
        <p:spPr>
          <a:xfrm>
            <a:off x="0" y="5021640"/>
            <a:ext cx="9145080" cy="1080"/>
          </a:xfrm>
          <a:prstGeom prst="straightConnector1">
            <a:avLst/>
          </a:prstGeom>
          <a:ln w="9360">
            <a:solidFill>
              <a:srgbClr val="000000"/>
            </a:solidFill>
            <a:round/>
          </a:ln>
        </p:spPr>
      </p:cxn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CUSTOM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CUSTOM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4;p3" descr=""/>
          <p:cNvPicPr/>
          <p:nvPr/>
        </p:nvPicPr>
        <p:blipFill>
          <a:blip r:embed="rId2"/>
          <a:stretch/>
        </p:blipFill>
        <p:spPr>
          <a:xfrm flipH="1">
            <a:off x="1080" y="0"/>
            <a:ext cx="9142920" cy="51426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8" name="Google Shape;15;p3"/>
          <p:cNvCxnSpPr/>
          <p:nvPr/>
        </p:nvCxnSpPr>
        <p:spPr>
          <a:xfrm>
            <a:off x="0" y="5021640"/>
            <a:ext cx="9145080" cy="1080"/>
          </a:xfrm>
          <a:prstGeom prst="straightConnector1">
            <a:avLst/>
          </a:prstGeom>
          <a:ln w="9360">
            <a:solidFill>
              <a:srgbClr val="000000"/>
            </a:solidFill>
            <a:round/>
          </a:ln>
        </p:spPr>
      </p:cxnSp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228600" y="3088440"/>
            <a:ext cx="53431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14;p3" descr=""/>
          <p:cNvPicPr/>
          <p:nvPr/>
        </p:nvPicPr>
        <p:blipFill>
          <a:blip r:embed="rId2"/>
          <a:stretch/>
        </p:blipFill>
        <p:spPr>
          <a:xfrm flipH="1">
            <a:off x="1080" y="0"/>
            <a:ext cx="9142920" cy="51426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1" name="Google Shape;15;p3"/>
          <p:cNvCxnSpPr/>
          <p:nvPr/>
        </p:nvCxnSpPr>
        <p:spPr>
          <a:xfrm>
            <a:off x="0" y="5021640"/>
            <a:ext cx="9145080" cy="1080"/>
          </a:xfrm>
          <a:prstGeom prst="straightConnector1">
            <a:avLst/>
          </a:prstGeom>
          <a:ln w="9360">
            <a:solidFill>
              <a:srgbClr val="000000"/>
            </a:solidFill>
            <a:round/>
          </a:ln>
        </p:spPr>
      </p:cxnSp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CUSTOM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CUSTOM_3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130;p22" descr=""/>
          <p:cNvPicPr/>
          <p:nvPr/>
        </p:nvPicPr>
        <p:blipFill>
          <a:blip r:embed="rId2"/>
          <a:stretch/>
        </p:blipFill>
        <p:spPr>
          <a:xfrm flipH="1" rot="10800000">
            <a:off x="0" y="0"/>
            <a:ext cx="9142920" cy="51426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30" name="Google Shape;131;p22"/>
          <p:cNvCxnSpPr/>
          <p:nvPr/>
        </p:nvCxnSpPr>
        <p:spPr>
          <a:xfrm>
            <a:off x="0" y="5021640"/>
            <a:ext cx="9145080" cy="1080"/>
          </a:xfrm>
          <a:prstGeom prst="straightConnector1">
            <a:avLst/>
          </a:prstGeom>
          <a:ln w="9360">
            <a:solidFill>
              <a:srgbClr val="000000"/>
            </a:solidFill>
            <a:round/>
          </a:ln>
        </p:spPr>
      </p:cxnSp>
      <p:sp>
        <p:nvSpPr>
          <p:cNvPr id="31" name="Google Shape;134;p22"/>
          <p:cNvSpPr/>
          <p:nvPr/>
        </p:nvSpPr>
        <p:spPr>
          <a:xfrm>
            <a:off x="6395760" y="392400"/>
            <a:ext cx="2518560" cy="79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defTabSz="914400"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r>
              <a:rPr b="1" lang="en" sz="1000" strike="noStrike" u="none">
                <a:solidFill>
                  <a:schemeClr val="dk1"/>
                </a:solidFill>
                <a:effectLst/>
                <a:uFillTx/>
                <a:latin typeface="Work Sans"/>
                <a:ea typeface="Work Sans"/>
              </a:rPr>
              <a:t>CREDITS:</a:t>
            </a:r>
            <a:r>
              <a:rPr b="0" lang="en" sz="1000" strike="noStrike" u="none">
                <a:solidFill>
                  <a:schemeClr val="dk1"/>
                </a:solidFill>
                <a:effectLst/>
                <a:uFillTx/>
                <a:latin typeface="Work Sans"/>
                <a:ea typeface="Work Sans"/>
              </a:rPr>
              <a:t> This presentation template was created by </a:t>
            </a:r>
            <a:r>
              <a:rPr b="1" lang="en" sz="1000" strike="noStrike" u="sng">
                <a:solidFill>
                  <a:schemeClr val="dk1"/>
                </a:solidFill>
                <a:effectLst/>
                <a:uFillTx/>
                <a:latin typeface="Work Sans"/>
                <a:ea typeface="Work Sans"/>
                <a:hlinkClick r:id="rId3"/>
              </a:rPr>
              <a:t>Slidesgo</a:t>
            </a:r>
            <a:r>
              <a:rPr b="0" lang="en" sz="1000" strike="noStrike" u="none">
                <a:solidFill>
                  <a:schemeClr val="dk1"/>
                </a:solidFill>
                <a:effectLst/>
                <a:uFillTx/>
                <a:latin typeface="Work Sans"/>
                <a:ea typeface="Work Sans"/>
              </a:rPr>
              <a:t>, and includes icons, infographics &amp; images by </a:t>
            </a:r>
            <a:r>
              <a:rPr b="1" lang="en" sz="1000" strike="noStrike" u="sng">
                <a:solidFill>
                  <a:schemeClr val="dk1"/>
                </a:solidFill>
                <a:effectLst/>
                <a:uFillTx/>
                <a:latin typeface="Work Sans"/>
                <a:ea typeface="Work Sans"/>
                <a:hlinkClick r:id="rId4"/>
              </a:rPr>
              <a:t>Freepik</a:t>
            </a:r>
            <a:r>
              <a:rPr b="0" lang="en" sz="1000" strike="noStrike" u="sng">
                <a:solidFill>
                  <a:schemeClr val="dk1"/>
                </a:solidFill>
                <a:effectLst/>
                <a:uFillTx/>
                <a:latin typeface="Work Sans"/>
                <a:ea typeface="Work Sans"/>
              </a:rPr>
              <a:t> 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228600" y="3088440"/>
            <a:ext cx="53431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130;p22" descr=""/>
          <p:cNvPicPr/>
          <p:nvPr/>
        </p:nvPicPr>
        <p:blipFill>
          <a:blip r:embed="rId2"/>
          <a:stretch/>
        </p:blipFill>
        <p:spPr>
          <a:xfrm flipH="1" rot="10800000">
            <a:off x="0" y="0"/>
            <a:ext cx="9142920" cy="51426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34" name="Google Shape;131;p22"/>
          <p:cNvCxnSpPr/>
          <p:nvPr/>
        </p:nvCxnSpPr>
        <p:spPr>
          <a:xfrm>
            <a:off x="0" y="5021640"/>
            <a:ext cx="9145080" cy="1080"/>
          </a:xfrm>
          <a:prstGeom prst="straightConnector1">
            <a:avLst/>
          </a:prstGeom>
          <a:ln w="9360">
            <a:solidFill>
              <a:srgbClr val="000000"/>
            </a:solidFill>
            <a:round/>
          </a:ln>
        </p:spPr>
      </p:cxnSp>
      <p:sp>
        <p:nvSpPr>
          <p:cNvPr id="35" name="Google Shape;134;p22"/>
          <p:cNvSpPr/>
          <p:nvPr/>
        </p:nvSpPr>
        <p:spPr>
          <a:xfrm>
            <a:off x="6395760" y="392400"/>
            <a:ext cx="2518560" cy="79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defTabSz="914400"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r>
              <a:rPr b="1" lang="en" sz="1000" strike="noStrike" u="none">
                <a:solidFill>
                  <a:schemeClr val="dk1"/>
                </a:solidFill>
                <a:effectLst/>
                <a:uFillTx/>
                <a:latin typeface="Work Sans"/>
                <a:ea typeface="Work Sans"/>
              </a:rPr>
              <a:t>CREDITS:</a:t>
            </a:r>
            <a:r>
              <a:rPr b="0" lang="en" sz="1000" strike="noStrike" u="none">
                <a:solidFill>
                  <a:schemeClr val="dk1"/>
                </a:solidFill>
                <a:effectLst/>
                <a:uFillTx/>
                <a:latin typeface="Work Sans"/>
                <a:ea typeface="Work Sans"/>
              </a:rPr>
              <a:t> This presentation template was created by </a:t>
            </a:r>
            <a:r>
              <a:rPr b="1" lang="en" sz="1000" strike="noStrike" u="sng">
                <a:solidFill>
                  <a:schemeClr val="dk1"/>
                </a:solidFill>
                <a:effectLst/>
                <a:uFillTx/>
                <a:latin typeface="Work Sans"/>
                <a:ea typeface="Work Sans"/>
                <a:hlinkClick r:id="rId3"/>
              </a:rPr>
              <a:t>Slidesgo</a:t>
            </a:r>
            <a:r>
              <a:rPr b="0" lang="en" sz="1000" strike="noStrike" u="none">
                <a:solidFill>
                  <a:schemeClr val="dk1"/>
                </a:solidFill>
                <a:effectLst/>
                <a:uFillTx/>
                <a:latin typeface="Work Sans"/>
                <a:ea typeface="Work Sans"/>
              </a:rPr>
              <a:t>, and includes icons, infographics &amp; images by </a:t>
            </a:r>
            <a:r>
              <a:rPr b="1" lang="en" sz="1000" strike="noStrike" u="sng">
                <a:solidFill>
                  <a:schemeClr val="dk1"/>
                </a:solidFill>
                <a:effectLst/>
                <a:uFillTx/>
                <a:latin typeface="Work Sans"/>
                <a:ea typeface="Work Sans"/>
                <a:hlinkClick r:id="rId4"/>
              </a:rPr>
              <a:t>Freepik</a:t>
            </a:r>
            <a:r>
              <a:rPr b="0" lang="en" sz="1000" strike="noStrike" u="sng">
                <a:solidFill>
                  <a:schemeClr val="dk1"/>
                </a:solidFill>
                <a:effectLst/>
                <a:uFillTx/>
                <a:latin typeface="Work Sans"/>
                <a:ea typeface="Work Sans"/>
              </a:rPr>
              <a:t> 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130;p22" descr=""/>
          <p:cNvPicPr/>
          <p:nvPr/>
        </p:nvPicPr>
        <p:blipFill>
          <a:blip r:embed="rId2"/>
          <a:stretch/>
        </p:blipFill>
        <p:spPr>
          <a:xfrm flipH="1" rot="10800000">
            <a:off x="0" y="0"/>
            <a:ext cx="9142920" cy="51426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39" name="Google Shape;131;p22"/>
          <p:cNvCxnSpPr/>
          <p:nvPr/>
        </p:nvCxnSpPr>
        <p:spPr>
          <a:xfrm>
            <a:off x="0" y="5021640"/>
            <a:ext cx="9145080" cy="1080"/>
          </a:xfrm>
          <a:prstGeom prst="straightConnector1">
            <a:avLst/>
          </a:prstGeom>
          <a:ln w="9360">
            <a:solidFill>
              <a:srgbClr val="000000"/>
            </a:solidFill>
            <a:round/>
          </a:ln>
        </p:spPr>
      </p:cxnSp>
      <p:sp>
        <p:nvSpPr>
          <p:cNvPr id="35" name="Google Shape;134;p22"/>
          <p:cNvSpPr/>
          <p:nvPr/>
        </p:nvSpPr>
        <p:spPr>
          <a:xfrm>
            <a:off x="6395760" y="392400"/>
            <a:ext cx="2518560" cy="79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defTabSz="914400"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r>
              <a:rPr b="1" lang="en" sz="1000" strike="noStrike" u="none">
                <a:solidFill>
                  <a:schemeClr val="dk1"/>
                </a:solidFill>
                <a:effectLst/>
                <a:uFillTx/>
                <a:latin typeface="Work Sans"/>
                <a:ea typeface="Work Sans"/>
              </a:rPr>
              <a:t>CREDITS:</a:t>
            </a:r>
            <a:r>
              <a:rPr b="0" lang="en" sz="1000" strike="noStrike" u="none">
                <a:solidFill>
                  <a:schemeClr val="dk1"/>
                </a:solidFill>
                <a:effectLst/>
                <a:uFillTx/>
                <a:latin typeface="Work Sans"/>
                <a:ea typeface="Work Sans"/>
              </a:rPr>
              <a:t> This presentation template was created by </a:t>
            </a:r>
            <a:r>
              <a:rPr b="1" lang="en" sz="1000" strike="noStrike" u="sng">
                <a:solidFill>
                  <a:schemeClr val="dk1"/>
                </a:solidFill>
                <a:effectLst/>
                <a:uFillTx/>
                <a:latin typeface="Work Sans"/>
                <a:ea typeface="Work Sans"/>
                <a:hlinkClick r:id="rId3"/>
              </a:rPr>
              <a:t>Slidesgo</a:t>
            </a:r>
            <a:r>
              <a:rPr b="0" lang="en" sz="1000" strike="noStrike" u="none">
                <a:solidFill>
                  <a:schemeClr val="dk1"/>
                </a:solidFill>
                <a:effectLst/>
                <a:uFillTx/>
                <a:latin typeface="Work Sans"/>
                <a:ea typeface="Work Sans"/>
              </a:rPr>
              <a:t>, and includes icons, infographics &amp; images by </a:t>
            </a:r>
            <a:r>
              <a:rPr b="1" lang="en" sz="1000" strike="noStrike" u="sng">
                <a:solidFill>
                  <a:schemeClr val="dk1"/>
                </a:solidFill>
                <a:effectLst/>
                <a:uFillTx/>
                <a:latin typeface="Work Sans"/>
                <a:ea typeface="Work Sans"/>
                <a:hlinkClick r:id="rId4"/>
              </a:rPr>
              <a:t>Freepik</a:t>
            </a:r>
            <a:r>
              <a:rPr b="0" lang="en" sz="1000" strike="noStrike" u="sng">
                <a:solidFill>
                  <a:schemeClr val="dk1"/>
                </a:solidFill>
                <a:effectLst/>
                <a:uFillTx/>
                <a:latin typeface="Work Sans"/>
                <a:ea typeface="Work Sans"/>
              </a:rPr>
              <a:t> 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CUSTOM_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CUSTOM_9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11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5.jpeg"/><Relationship Id="rId3" Type="http://schemas.openxmlformats.org/officeDocument/2006/relationships/slideLayout" Target="../slideLayouts/slideLayout12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3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4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15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6.jpeg"/><Relationship Id="rId3" Type="http://schemas.openxmlformats.org/officeDocument/2006/relationships/slideLayout" Target="../slideLayouts/slideLayout1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99;p19" descr=""/>
          <p:cNvPicPr/>
          <p:nvPr/>
        </p:nvPicPr>
        <p:blipFill>
          <a:blip r:embed="rId2"/>
          <a:stretch/>
        </p:blipFill>
        <p:spPr>
          <a:xfrm flipH="1">
            <a:off x="1080" y="0"/>
            <a:ext cx="9142920" cy="51426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8" name="Google Shape;100;p19"/>
          <p:cNvCxnSpPr/>
          <p:nvPr/>
        </p:nvCxnSpPr>
        <p:spPr>
          <a:xfrm>
            <a:off x="0" y="5021640"/>
            <a:ext cx="9145080" cy="1080"/>
          </a:xfrm>
          <a:prstGeom prst="straightConnector1">
            <a:avLst/>
          </a:prstGeom>
          <a:ln w="9360">
            <a:solidFill>
              <a:srgbClr val="000000"/>
            </a:solidFill>
            <a:round/>
          </a:ln>
        </p:spPr>
      </p:cxnSp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228600" y="3088440"/>
            <a:ext cx="53431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09;p20" descr=""/>
          <p:cNvPicPr/>
          <p:nvPr/>
        </p:nvPicPr>
        <p:blipFill>
          <a:blip r:embed="rId2"/>
          <a:srcRect l="14224" t="13769" r="730" b="1192"/>
          <a:stretch/>
        </p:blipFill>
        <p:spPr>
          <a:xfrm flipH="1" rot="10800000">
            <a:off x="0" y="0"/>
            <a:ext cx="9142920" cy="51426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3" name="Google Shape;110;p20"/>
          <p:cNvCxnSpPr/>
          <p:nvPr/>
        </p:nvCxnSpPr>
        <p:spPr>
          <a:xfrm>
            <a:off x="0" y="5021640"/>
            <a:ext cx="9145080" cy="1080"/>
          </a:xfrm>
          <a:prstGeom prst="straightConnector1">
            <a:avLst/>
          </a:prstGeom>
          <a:ln w="9360">
            <a:solidFill>
              <a:srgbClr val="000000"/>
            </a:solidFill>
            <a:round/>
          </a:ln>
        </p:spPr>
      </p:cxn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228600" y="3088440"/>
            <a:ext cx="53431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2"/>
    <p:sldLayoutId id="2147483657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121;p21" descr=""/>
          <p:cNvPicPr/>
          <p:nvPr/>
        </p:nvPicPr>
        <p:blipFill>
          <a:blip r:embed="rId2"/>
          <a:stretch/>
        </p:blipFill>
        <p:spPr>
          <a:xfrm rot="10800000">
            <a:off x="1080" y="0"/>
            <a:ext cx="9142920" cy="51426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5" name="Google Shape;122;p21"/>
          <p:cNvCxnSpPr/>
          <p:nvPr/>
        </p:nvCxnSpPr>
        <p:spPr>
          <a:xfrm>
            <a:off x="0" y="5021640"/>
            <a:ext cx="9145080" cy="1080"/>
          </a:xfrm>
          <a:prstGeom prst="straightConnector1">
            <a:avLst/>
          </a:prstGeom>
          <a:ln w="9360">
            <a:solidFill>
              <a:srgbClr val="000000"/>
            </a:solidFill>
            <a:round/>
          </a:ln>
        </p:spPr>
      </p:cxnSp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228600" y="3088440"/>
            <a:ext cx="53431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  <p:sldLayoutId id="2147483662" r:id="rId3"/>
    <p:sldLayoutId id="2147483663" r:id="rId4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136;p23" descr=""/>
          <p:cNvPicPr/>
          <p:nvPr/>
        </p:nvPicPr>
        <p:blipFill>
          <a:blip r:embed="rId2"/>
          <a:stretch/>
        </p:blipFill>
        <p:spPr>
          <a:xfrm flipH="1">
            <a:off x="1080" y="0"/>
            <a:ext cx="914292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228600" y="3088440"/>
            <a:ext cx="53431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3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138;p24" descr=""/>
          <p:cNvPicPr/>
          <p:nvPr/>
        </p:nvPicPr>
        <p:blipFill>
          <a:blip r:embed="rId2"/>
          <a:stretch/>
        </p:blipFill>
        <p:spPr>
          <a:xfrm flipH="1">
            <a:off x="1080" y="0"/>
            <a:ext cx="914292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228600" y="3088440"/>
            <a:ext cx="53431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3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20;p4" descr=""/>
          <p:cNvPicPr/>
          <p:nvPr/>
        </p:nvPicPr>
        <p:blipFill>
          <a:blip r:embed="rId2"/>
          <a:stretch/>
        </p:blipFill>
        <p:spPr>
          <a:xfrm rot="10800000">
            <a:off x="1080" y="0"/>
            <a:ext cx="9142920" cy="51426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51" name="Google Shape;21;p4"/>
          <p:cNvCxnSpPr/>
          <p:nvPr/>
        </p:nvCxnSpPr>
        <p:spPr>
          <a:xfrm>
            <a:off x="0" y="5021640"/>
            <a:ext cx="9145080" cy="1080"/>
          </a:xfrm>
          <a:prstGeom prst="straightConnector1">
            <a:avLst/>
          </a:prstGeom>
          <a:ln w="9360">
            <a:solidFill>
              <a:srgbClr val="000000"/>
            </a:solidFill>
            <a:round/>
          </a:ln>
        </p:spPr>
      </p:cxnSp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228600" y="3088440"/>
            <a:ext cx="53431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25;p5" descr=""/>
          <p:cNvPicPr/>
          <p:nvPr/>
        </p:nvPicPr>
        <p:blipFill>
          <a:blip r:embed="rId2"/>
          <a:srcRect l="10260" t="8061" r="-2887" b="-687"/>
          <a:stretch/>
        </p:blipFill>
        <p:spPr>
          <a:xfrm rot="10800000">
            <a:off x="1080" y="0"/>
            <a:ext cx="9142920" cy="51426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56" name="Google Shape;26;p5"/>
          <p:cNvCxnSpPr/>
          <p:nvPr/>
        </p:nvCxnSpPr>
        <p:spPr>
          <a:xfrm>
            <a:off x="0" y="5021640"/>
            <a:ext cx="9145080" cy="1080"/>
          </a:xfrm>
          <a:prstGeom prst="straightConnector1">
            <a:avLst/>
          </a:prstGeom>
          <a:ln w="9360">
            <a:solidFill>
              <a:srgbClr val="000000"/>
            </a:solidFill>
            <a:round/>
          </a:ln>
        </p:spPr>
      </p:cxnSp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228600" y="3088440"/>
            <a:ext cx="53431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3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9;p2" descr=""/>
          <p:cNvPicPr/>
          <p:nvPr/>
        </p:nvPicPr>
        <p:blipFill>
          <a:blip r:embed="rId2"/>
          <a:stretch/>
        </p:blipFill>
        <p:spPr>
          <a:xfrm>
            <a:off x="0" y="0"/>
            <a:ext cx="9142920" cy="51426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61" name="Google Shape;10;p2"/>
          <p:cNvCxnSpPr/>
          <p:nvPr/>
        </p:nvCxnSpPr>
        <p:spPr>
          <a:xfrm>
            <a:off x="0" y="5021640"/>
            <a:ext cx="9145080" cy="1080"/>
          </a:xfrm>
          <a:prstGeom prst="straightConnector1">
            <a:avLst/>
          </a:prstGeom>
          <a:ln w="9360">
            <a:solidFill>
              <a:srgbClr val="000000"/>
            </a:solidFill>
            <a:round/>
          </a:ln>
        </p:spPr>
      </p:cxnSp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228600" y="3088440"/>
            <a:ext cx="53431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3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88;p17" descr=""/>
          <p:cNvPicPr/>
          <p:nvPr/>
        </p:nvPicPr>
        <p:blipFill>
          <a:blip r:embed="rId2"/>
          <a:stretch/>
        </p:blipFill>
        <p:spPr>
          <a:xfrm flipH="1" rot="10800000">
            <a:off x="0" y="0"/>
            <a:ext cx="9142920" cy="51426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67" name="Google Shape;89;p17"/>
          <p:cNvCxnSpPr/>
          <p:nvPr/>
        </p:nvCxnSpPr>
        <p:spPr>
          <a:xfrm>
            <a:off x="0" y="5021640"/>
            <a:ext cx="9145080" cy="1080"/>
          </a:xfrm>
          <a:prstGeom prst="straightConnector1">
            <a:avLst/>
          </a:prstGeom>
          <a:ln w="9360">
            <a:solidFill>
              <a:srgbClr val="000000"/>
            </a:solidFill>
            <a:round/>
          </a:ln>
        </p:spPr>
      </p:cxnSp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hyperlink" Target="https://github.com/shashank4412/MannTek-Test" TargetMode="External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slideLayout" Target="../slideLayouts/slideLayout16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6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228600" y="1714680"/>
            <a:ext cx="6431040" cy="2894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6500" strike="noStrike" u="none">
                <a:solidFill>
                  <a:srgbClr val="000000"/>
                </a:solidFill>
                <a:effectLst/>
                <a:uFillTx/>
                <a:latin typeface="Calibri"/>
                <a:ea typeface="Hubot Sans Medium"/>
              </a:rPr>
              <a:t>MannTek Coupling</a:t>
            </a:r>
            <a:br>
              <a:rPr sz="6500"/>
            </a:br>
            <a:r>
              <a:rPr b="0" lang="en-US" sz="6500" strike="noStrike" u="none">
                <a:solidFill>
                  <a:srgbClr val="000000"/>
                </a:solidFill>
                <a:effectLst/>
                <a:uFillTx/>
                <a:latin typeface="Calibri"/>
                <a:ea typeface="Hubot Sans Medium"/>
              </a:rPr>
              <a:t>AR Module</a:t>
            </a:r>
            <a:endParaRPr b="0" lang="en-IN" sz="6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subTitle"/>
          </p:nvPr>
        </p:nvSpPr>
        <p:spPr>
          <a:xfrm>
            <a:off x="2628360" y="992160"/>
            <a:ext cx="6371280" cy="80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 algn="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  <a:ea typeface="Work Sans"/>
              </a:rPr>
              <a:t>Project Development and Demo</a:t>
            </a:r>
            <a:br>
              <a:rPr sz="1600"/>
            </a:b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Work Sans"/>
                <a:hlinkClick r:id="rId1"/>
              </a:rPr>
              <a:t>https://github.com/shashank4412/MannTek-Test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Google Shape;159;p29"/>
          <p:cNvSpPr/>
          <p:nvPr/>
        </p:nvSpPr>
        <p:spPr>
          <a:xfrm>
            <a:off x="228600" y="133200"/>
            <a:ext cx="175104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1200" strike="noStrike" u="non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By Shashank Varshney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3" name="" descr=""/>
          <p:cNvPicPr/>
          <p:nvPr/>
        </p:nvPicPr>
        <p:blipFill>
          <a:blip r:embed="rId2"/>
          <a:stretch/>
        </p:blipFill>
        <p:spPr>
          <a:xfrm rot="29400">
            <a:off x="5492880" y="15480"/>
            <a:ext cx="3645000" cy="1165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228600" y="1209600"/>
            <a:ext cx="4323240" cy="57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92500" lnSpcReduction="19999"/>
          </a:bodyPr>
          <a:p>
            <a:pPr indent="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Hubot Sans Medium"/>
              </a:rPr>
              <a:t>Introduction</a:t>
            </a:r>
            <a:endParaRPr b="0" lang="en-IN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subTitle"/>
          </p:nvPr>
        </p:nvSpPr>
        <p:spPr>
          <a:xfrm>
            <a:off x="228600" y="1781280"/>
            <a:ext cx="4323240" cy="21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Work Sans"/>
              </a:rPr>
              <a:t>This presentation outlines the </a:t>
            </a: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Work Sans"/>
              </a:rPr>
              <a:t>development process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Work Sans"/>
              </a:rPr>
              <a:t> and </a:t>
            </a: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Work Sans"/>
              </a:rPr>
              <a:t>challenges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Work Sans"/>
              </a:rPr>
              <a:t> faced while creating the Manifold Coupling AR Training Module.</a:t>
            </a:r>
            <a:br>
              <a:rPr sz="1200"/>
            </a:b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Work Sans"/>
              </a:rPr>
              <a:t>It covers the project objectives and methodologies used to enhance </a:t>
            </a: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Work Sans"/>
              </a:rPr>
              <a:t>user interaction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Work Sans"/>
              </a:rPr>
              <a:t> and learning through augmented reality (AR) technology.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6" name="" descr=""/>
          <p:cNvPicPr/>
          <p:nvPr/>
        </p:nvPicPr>
        <p:blipFill>
          <a:blip r:embed="rId1"/>
          <a:stretch/>
        </p:blipFill>
        <p:spPr>
          <a:xfrm>
            <a:off x="6480000" y="180000"/>
            <a:ext cx="2159640" cy="4679640"/>
          </a:xfrm>
          <a:prstGeom prst="rect">
            <a:avLst/>
          </a:prstGeom>
          <a:noFill/>
          <a:ln w="29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228600" y="1200240"/>
            <a:ext cx="6980760" cy="227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5200" strike="noStrike" u="none">
                <a:solidFill>
                  <a:srgbClr val="000000"/>
                </a:solidFill>
                <a:effectLst/>
                <a:uFillTx/>
                <a:latin typeface="Calibri"/>
                <a:ea typeface="Hubot Sans Medium"/>
              </a:rPr>
              <a:t>System Development Process</a:t>
            </a:r>
            <a:endParaRPr b="0" lang="en-IN" sz="5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228600" y="612000"/>
            <a:ext cx="4304160" cy="53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92500" lnSpcReduction="19999"/>
          </a:bodyPr>
          <a:p>
            <a:pPr indent="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Hubot Sans Medium"/>
              </a:rPr>
              <a:t>Project Initialization and Setup</a:t>
            </a:r>
            <a:endParaRPr b="0" lang="en-IN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subTitle"/>
          </p:nvPr>
        </p:nvSpPr>
        <p:spPr>
          <a:xfrm>
            <a:off x="225720" y="1152000"/>
            <a:ext cx="6037920" cy="287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216000" indent="-2160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Work Sans"/>
              </a:rPr>
              <a:t>The project involved </a:t>
            </a: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Work Sans"/>
              </a:rPr>
              <a:t>Unity 6.2 (6000.2.1f1)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Work Sans"/>
              </a:rPr>
              <a:t> with </a:t>
            </a:r>
            <a:r>
              <a:rPr b="0" i="1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Work Sans"/>
              </a:rPr>
              <a:t>URP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Work Sans"/>
              </a:rPr>
              <a:t> and </a:t>
            </a: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Work Sans"/>
              </a:rPr>
              <a:t>AR Foundation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Work Sans"/>
              </a:rPr>
              <a:t>.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Work Sans"/>
              </a:rPr>
              <a:t>In Unity we used </a:t>
            </a: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Work Sans"/>
              </a:rPr>
              <a:t>Input System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Work Sans"/>
              </a:rPr>
              <a:t>, </a:t>
            </a: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Work Sans"/>
              </a:rPr>
              <a:t>Prefabs, Materials and Shaders 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Work Sans"/>
              </a:rPr>
              <a:t>and</a:t>
            </a: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Work Sans"/>
              </a:rPr>
              <a:t> C# 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Work Sans"/>
              </a:rPr>
              <a:t>for animations.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Work Sans"/>
              </a:rPr>
              <a:t>We used </a:t>
            </a: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Work Sans"/>
              </a:rPr>
              <a:t>Git 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Work Sans"/>
              </a:rPr>
              <a:t>with</a:t>
            </a: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Work Sans"/>
              </a:rPr>
              <a:t> Github Repository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Work Sans"/>
              </a:rPr>
              <a:t> for source control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Work Sans"/>
              </a:rPr>
              <a:t>This foundational setup ensured the project adaptation to most </a:t>
            </a: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Work Sans"/>
              </a:rPr>
              <a:t>AR platforms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Work Sans"/>
              </a:rPr>
              <a:t>,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Work Sans"/>
              </a:rPr>
              <a:t>It works on both </a:t>
            </a: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Work Sans"/>
              </a:rPr>
              <a:t>IOS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Work Sans"/>
              </a:rPr>
              <a:t> &amp; </a:t>
            </a: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Work Sans"/>
              </a:rPr>
              <a:t>Android,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Work Sans"/>
              </a:rPr>
              <a:t> enhancing compatibility across devices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0" name="" descr=""/>
          <p:cNvPicPr/>
          <p:nvPr/>
        </p:nvPicPr>
        <p:blipFill>
          <a:blip r:embed="rId1"/>
          <a:stretch/>
        </p:blipFill>
        <p:spPr>
          <a:xfrm>
            <a:off x="7560000" y="589320"/>
            <a:ext cx="1570320" cy="1570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1" name="" descr=""/>
          <p:cNvPicPr/>
          <p:nvPr/>
        </p:nvPicPr>
        <p:blipFill>
          <a:blip r:embed="rId2"/>
          <a:stretch/>
        </p:blipFill>
        <p:spPr>
          <a:xfrm>
            <a:off x="4680000" y="3469320"/>
            <a:ext cx="1570320" cy="1570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2" name="" descr=""/>
          <p:cNvPicPr/>
          <p:nvPr/>
        </p:nvPicPr>
        <p:blipFill>
          <a:blip r:embed="rId3"/>
          <a:stretch/>
        </p:blipFill>
        <p:spPr>
          <a:xfrm>
            <a:off x="6169320" y="3469320"/>
            <a:ext cx="1570320" cy="1570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3" name="" descr=""/>
          <p:cNvPicPr/>
          <p:nvPr/>
        </p:nvPicPr>
        <p:blipFill>
          <a:blip r:embed="rId4"/>
          <a:stretch/>
        </p:blipFill>
        <p:spPr>
          <a:xfrm>
            <a:off x="6169320" y="2029320"/>
            <a:ext cx="1570320" cy="1570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4" name="" descr=""/>
          <p:cNvPicPr/>
          <p:nvPr/>
        </p:nvPicPr>
        <p:blipFill>
          <a:blip r:embed="rId5"/>
          <a:stretch/>
        </p:blipFill>
        <p:spPr>
          <a:xfrm>
            <a:off x="7560000" y="2029320"/>
            <a:ext cx="1570320" cy="1570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5" name="" descr=""/>
          <p:cNvPicPr/>
          <p:nvPr/>
        </p:nvPicPr>
        <p:blipFill>
          <a:blip r:embed="rId6"/>
          <a:stretch/>
        </p:blipFill>
        <p:spPr>
          <a:xfrm>
            <a:off x="7573320" y="3469320"/>
            <a:ext cx="1570320" cy="1570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228600" y="597600"/>
            <a:ext cx="4323240" cy="57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92500" lnSpcReduction="19999"/>
          </a:bodyPr>
          <a:p>
            <a:pPr indent="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Hubot Sans Medium"/>
              </a:rPr>
              <a:t>Challenges we faced</a:t>
            </a:r>
            <a:endParaRPr b="0" lang="en-IN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subTitle"/>
          </p:nvPr>
        </p:nvSpPr>
        <p:spPr>
          <a:xfrm>
            <a:off x="228600" y="1133280"/>
            <a:ext cx="4631040" cy="3978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Work Sans"/>
              </a:rPr>
              <a:t>Throughout development, several </a:t>
            </a: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Work Sans"/>
              </a:rPr>
              <a:t>challenges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Work Sans"/>
              </a:rPr>
              <a:t> emerged, such as: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Work Sans"/>
              </a:rPr>
              <a:t>Imported model arrived as one fused mesh, requiring manual separation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Work Sans"/>
              </a:rPr>
              <a:t>Incorrect pivot points forced wrap-objects and transform adjustments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Work Sans"/>
              </a:rPr>
              <a:t>No prebuilt animations — had to code all movements, rotations and flow effects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Work Sans"/>
              </a:rPr>
              <a:t>Static ‘Animate’ button overlapping by game-objects and not facing the screen.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Work Sans"/>
              </a:rPr>
              <a:t>Ensuring AR tracking remained stable in varied lighting conditions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Work Sans"/>
              </a:rPr>
              <a:t>Balancing visual fidelity and performance on mid-range mobile devices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Work Sans"/>
              </a:rPr>
              <a:t>Coordinating UI arrows in world-space without occlusion issues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8" name="" descr=""/>
          <p:cNvPicPr/>
          <p:nvPr/>
        </p:nvPicPr>
        <p:blipFill>
          <a:blip r:embed="rId1"/>
          <a:stretch/>
        </p:blipFill>
        <p:spPr>
          <a:xfrm>
            <a:off x="7015680" y="540000"/>
            <a:ext cx="1983960" cy="4232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9" name="" descr=""/>
          <p:cNvPicPr/>
          <p:nvPr/>
        </p:nvPicPr>
        <p:blipFill>
          <a:blip r:embed="rId2"/>
          <a:stretch/>
        </p:blipFill>
        <p:spPr>
          <a:xfrm>
            <a:off x="4852800" y="540000"/>
            <a:ext cx="1986840" cy="4255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228600" y="590760"/>
            <a:ext cx="4304160" cy="63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lnSpcReduction="9999"/>
          </a:bodyPr>
          <a:p>
            <a:pPr indent="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Hubot Sans Medium"/>
              </a:rPr>
              <a:t>What’s New we Learned</a:t>
            </a:r>
            <a:endParaRPr b="0" lang="en-IN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subTitle"/>
          </p:nvPr>
        </p:nvSpPr>
        <p:spPr>
          <a:xfrm>
            <a:off x="228600" y="1440000"/>
            <a:ext cx="4811040" cy="293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216000" indent="-216000">
              <a:lnSpc>
                <a:spcPct val="12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Work Sans"/>
              </a:rPr>
              <a:t>Split a single FBX into modular GameObjects in Unity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2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Work Sans"/>
              </a:rPr>
              <a:t>Pivot re-anchoring techniques for precise rotations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2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Work Sans"/>
              </a:rPr>
              <a:t>Implementing AR Foundation placement and anchoring workflows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Work Sans"/>
              </a:rPr>
              <a:t>‘Animate’ button now facing the screen &amp; never hinder by any object.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2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Work Sans"/>
              </a:rPr>
              <a:t>Mapping touch and gesture input using the Unity Input System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2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Work Sans"/>
              </a:rPr>
              <a:t>Performance profiling and mobile optimization strategies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Work Sans"/>
              </a:rPr>
              <a:t>Development Move, Scale, Rotate Features and visual tutorial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Work Sans"/>
              </a:rPr>
              <a:t>Compatibility for multiple model instances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2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Work Sans"/>
              </a:rPr>
              <a:t>Model Selection gallery and controller UI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2" name="" descr=""/>
          <p:cNvPicPr/>
          <p:nvPr/>
        </p:nvPicPr>
        <p:blipFill>
          <a:blip r:embed="rId1"/>
          <a:stretch/>
        </p:blipFill>
        <p:spPr>
          <a:xfrm>
            <a:off x="5076000" y="961200"/>
            <a:ext cx="3903840" cy="3526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228600" y="230760"/>
            <a:ext cx="4304160" cy="63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lnSpcReduction="9999"/>
          </a:bodyPr>
          <a:p>
            <a:pPr indent="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Hubot Sans Medium"/>
              </a:rPr>
              <a:t>How we created</a:t>
            </a:r>
            <a:endParaRPr b="0" lang="en-IN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206280" y="864000"/>
            <a:ext cx="3497760" cy="402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romanUcPeriod"/>
            </a:pPr>
            <a:r>
              <a:rPr b="0" lang="en-IN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Project Initialization: Unity </a:t>
            </a:r>
            <a:r>
              <a:rPr b="1" lang="en-IN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URP</a:t>
            </a:r>
            <a:r>
              <a:rPr b="0" lang="en-IN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and </a:t>
            </a:r>
            <a:r>
              <a:rPr b="1" lang="en-IN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AR Foundation</a:t>
            </a:r>
            <a:r>
              <a:rPr b="0" lang="en-IN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, ARCore/ARKit. Configured</a:t>
            </a:r>
            <a:r>
              <a:rPr b="1" lang="en-IN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Input System</a:t>
            </a:r>
            <a:r>
              <a:rPr b="0" lang="en-IN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,</a:t>
            </a:r>
            <a:r>
              <a:rPr b="1" lang="en-IN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Prefab variants</a:t>
            </a:r>
            <a:r>
              <a:rPr b="0" lang="en-IN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&amp; </a:t>
            </a:r>
            <a:r>
              <a:rPr b="1" lang="en-IN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Git</a:t>
            </a:r>
            <a:r>
              <a:rPr b="0" lang="en-IN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with github repository.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romanUcPeriod"/>
            </a:pPr>
            <a:r>
              <a:rPr b="0" lang="en-IN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Asset Preparation: Split the single FBX, Set up colliders, LOD groups, and compressed textures.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romanUcPeriod"/>
            </a:pPr>
            <a:r>
              <a:rPr b="0" lang="en-IN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Animation Authoring: Code handle-lock and unlock sequences, created cutaway flow animations with placement on detected surfaces. 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romanUcPeriod"/>
            </a:pPr>
            <a:r>
              <a:rPr b="0" lang="en-IN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Interaction Scripting: Created placement script using </a:t>
            </a:r>
            <a:r>
              <a:rPr b="1" lang="en-IN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ARRaycastManager</a:t>
            </a:r>
            <a:r>
              <a:rPr b="0" lang="en-IN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and </a:t>
            </a:r>
            <a:r>
              <a:rPr b="1" lang="en-IN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ARAnchorManager </a:t>
            </a:r>
            <a:r>
              <a:rPr b="0" lang="en-IN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 drag-and-snap logic with proximity checks and Unity Physics Ray-hit.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romanUcPeriod"/>
            </a:pPr>
            <a:r>
              <a:rPr b="0" lang="en-IN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UI &amp; Feedback: Programmed ‘Animate’ button to animate the model without any animation mismatch. On multiple instances.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romanUcPeriod"/>
            </a:pPr>
            <a:r>
              <a:rPr b="0" lang="en-IN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Testing &amp; Optimization: Build for </a:t>
            </a:r>
            <a:r>
              <a:rPr b="1" lang="en-IN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Android &amp; iOS</a:t>
            </a:r>
            <a:r>
              <a:rPr b="0" lang="en-IN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devices. </a:t>
            </a:r>
            <a:r>
              <a:rPr b="1" lang="en-IN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Profiling </a:t>
            </a:r>
            <a:r>
              <a:rPr b="0" lang="en-IN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draw calls, </a:t>
            </a:r>
            <a:r>
              <a:rPr b="1" lang="en-IN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GC spikes</a:t>
            </a:r>
            <a:r>
              <a:rPr b="0" lang="en-IN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, and</a:t>
            </a:r>
            <a:r>
              <a:rPr b="1" lang="en-IN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minimal material </a:t>
            </a:r>
            <a:r>
              <a:rPr b="0" lang="en-IN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variants.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5" name="" descr=""/>
          <p:cNvPicPr/>
          <p:nvPr/>
        </p:nvPicPr>
        <p:blipFill>
          <a:blip r:embed="rId1"/>
          <a:srcRect l="0" t="0" r="3271" b="0"/>
          <a:stretch/>
        </p:blipFill>
        <p:spPr>
          <a:xfrm>
            <a:off x="3704400" y="504000"/>
            <a:ext cx="5330880" cy="4319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228600" y="1209600"/>
            <a:ext cx="4323240" cy="57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92500" lnSpcReduction="19999"/>
          </a:bodyPr>
          <a:p>
            <a:pPr indent="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Hubot Sans Medium"/>
              </a:rPr>
              <a:t>Conclusions</a:t>
            </a:r>
            <a:endParaRPr b="0" lang="en-IN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subTitle"/>
          </p:nvPr>
        </p:nvSpPr>
        <p:spPr>
          <a:xfrm>
            <a:off x="228600" y="1781280"/>
            <a:ext cx="4323240" cy="21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Work Sans"/>
              </a:rPr>
              <a:t>In summary, the </a:t>
            </a: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Work Sans"/>
              </a:rPr>
              <a:t>Manifold Coupling AR Module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Work Sans"/>
              </a:rPr>
              <a:t> successfully integrates innovative </a:t>
            </a: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Work Sans"/>
              </a:rPr>
              <a:t>AR technologies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Work Sans"/>
              </a:rPr>
              <a:t> with Modern learning methods. 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Work Sans"/>
              </a:rPr>
              <a:t>Future enhancements aim to incorporate </a:t>
            </a: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Work Sans"/>
              </a:rPr>
              <a:t>haptic feedback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Work Sans"/>
              </a:rPr>
              <a:t> and more advanced analytics, further enriching the user experience and driving additional </a:t>
            </a: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Work Sans"/>
              </a:rPr>
              <a:t>learning outcomes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Work Sans"/>
              </a:rPr>
              <a:t>.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8" name="" descr=""/>
          <p:cNvPicPr/>
          <p:nvPr/>
        </p:nvPicPr>
        <p:blipFill>
          <a:blip r:embed="rId1"/>
          <a:stretch/>
        </p:blipFill>
        <p:spPr>
          <a:xfrm>
            <a:off x="4541760" y="240480"/>
            <a:ext cx="4412520" cy="4679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228600" y="2676600"/>
            <a:ext cx="5342400" cy="110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Hubot Sans Medium"/>
              </a:rPr>
              <a:t>Thank you!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subTitle"/>
          </p:nvPr>
        </p:nvSpPr>
        <p:spPr>
          <a:xfrm>
            <a:off x="228600" y="3705120"/>
            <a:ext cx="4923360" cy="1046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Work Sans"/>
              </a:rPr>
              <a:t>Do you have any questions?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Google Shape;335;p42"/>
          <p:cNvSpPr/>
          <p:nvPr/>
        </p:nvSpPr>
        <p:spPr>
          <a:xfrm>
            <a:off x="6429240" y="1324080"/>
            <a:ext cx="242784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32500" lnSpcReduction="19999"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2" name=""/>
          <p:cNvSpPr/>
          <p:nvPr/>
        </p:nvSpPr>
        <p:spPr>
          <a:xfrm>
            <a:off x="6396480" y="1089360"/>
            <a:ext cx="263916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</a:pP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Work Sans"/>
              </a:rPr>
              <a:t>Developed by </a:t>
            </a:r>
            <a:r>
              <a:rPr b="1" lang="en-US" sz="1000" strike="noStrike" u="none">
                <a:solidFill>
                  <a:srgbClr val="000000"/>
                </a:solidFill>
                <a:effectLst/>
                <a:uFillTx/>
                <a:latin typeface="Work Sans"/>
              </a:rPr>
              <a:t>Shashank Varshney</a:t>
            </a:r>
            <a:br>
              <a:rPr sz="1000"/>
            </a:b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Work Sans"/>
              </a:rPr>
              <a:t>shashankvarshney4412@gmail.com</a:t>
            </a:r>
            <a:br>
              <a:rPr sz="1000"/>
            </a:b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Work Sans"/>
              </a:rPr>
              <a:t>+91 798 257 6794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Minimal Gradient Pitch Deck by Slidesgo">
  <a:themeElements>
    <a:clrScheme name="Simple Light">
      <a:dk1>
        <a:srgbClr val="000000"/>
      </a:dk1>
      <a:lt1>
        <a:srgbClr val="ffffff"/>
      </a:lt1>
      <a:dk2>
        <a:srgbClr val="fea86f"/>
      </a:dk2>
      <a:lt2>
        <a:srgbClr val="ffdef3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inimal Gradient Pitch Deck by Slidesgo">
  <a:themeElements>
    <a:clrScheme name="Simple Light">
      <a:dk1>
        <a:srgbClr val="000000"/>
      </a:dk1>
      <a:lt1>
        <a:srgbClr val="ffffff"/>
      </a:lt1>
      <a:dk2>
        <a:srgbClr val="fea86f"/>
      </a:dk2>
      <a:lt2>
        <a:srgbClr val="ffdef3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inimal Gradient Pitch Deck by Slidesgo">
  <a:themeElements>
    <a:clrScheme name="Simple Light">
      <a:dk1>
        <a:srgbClr val="000000"/>
      </a:dk1>
      <a:lt1>
        <a:srgbClr val="ffffff"/>
      </a:lt1>
      <a:dk2>
        <a:srgbClr val="fea86f"/>
      </a:dk2>
      <a:lt2>
        <a:srgbClr val="ffdef3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Minimal Gradient Pitch Deck by Slidesgo">
  <a:themeElements>
    <a:clrScheme name="Simple Light">
      <a:dk1>
        <a:srgbClr val="000000"/>
      </a:dk1>
      <a:lt1>
        <a:srgbClr val="ffffff"/>
      </a:lt1>
      <a:dk2>
        <a:srgbClr val="fea86f"/>
      </a:dk2>
      <a:lt2>
        <a:srgbClr val="ffdef3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Minimal Gradient Pitch Deck by Slidesgo">
  <a:themeElements>
    <a:clrScheme name="Simple Light">
      <a:dk1>
        <a:srgbClr val="000000"/>
      </a:dk1>
      <a:lt1>
        <a:srgbClr val="ffffff"/>
      </a:lt1>
      <a:dk2>
        <a:srgbClr val="fea86f"/>
      </a:dk2>
      <a:lt2>
        <a:srgbClr val="ffdef3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Minimal Gradient Pitch Deck by Slidesgo">
  <a:themeElements>
    <a:clrScheme name="Simple Light">
      <a:dk1>
        <a:srgbClr val="000000"/>
      </a:dk1>
      <a:lt1>
        <a:srgbClr val="ffffff"/>
      </a:lt1>
      <a:dk2>
        <a:srgbClr val="fea86f"/>
      </a:dk2>
      <a:lt2>
        <a:srgbClr val="ffdef3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Minimal Gradient Pitch Deck by Slidesgo">
  <a:themeElements>
    <a:clrScheme name="Simple Light">
      <a:dk1>
        <a:srgbClr val="000000"/>
      </a:dk1>
      <a:lt1>
        <a:srgbClr val="ffffff"/>
      </a:lt1>
      <a:dk2>
        <a:srgbClr val="fea86f"/>
      </a:dk2>
      <a:lt2>
        <a:srgbClr val="ffdef3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Minimal Gradient Pitch Deck by Slidesgo">
  <a:themeElements>
    <a:clrScheme name="Simple Light">
      <a:dk1>
        <a:srgbClr val="000000"/>
      </a:dk1>
      <a:lt1>
        <a:srgbClr val="ffffff"/>
      </a:lt1>
      <a:dk2>
        <a:srgbClr val="fea86f"/>
      </a:dk2>
      <a:lt2>
        <a:srgbClr val="ffdef3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Minimal Gradient Pitch Deck by Slidesgo">
  <a:themeElements>
    <a:clrScheme name="Simple Light">
      <a:dk1>
        <a:srgbClr val="000000"/>
      </a:dk1>
      <a:lt1>
        <a:srgbClr val="ffffff"/>
      </a:lt1>
      <a:dk2>
        <a:srgbClr val="fea86f"/>
      </a:dk2>
      <a:lt2>
        <a:srgbClr val="ffdef3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Minimal Gradient Pitch Deck by Slidesgo">
  <a:themeElements>
    <a:clrScheme name="Simple Light">
      <a:dk1>
        <a:srgbClr val="000000"/>
      </a:dk1>
      <a:lt1>
        <a:srgbClr val="ffffff"/>
      </a:lt1>
      <a:dk2>
        <a:srgbClr val="fea86f"/>
      </a:dk2>
      <a:lt2>
        <a:srgbClr val="ffdef3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Minimal Gradient Pitch Deck by Slidesgo">
  <a:themeElements>
    <a:clrScheme name="Simple Light">
      <a:dk1>
        <a:srgbClr val="000000"/>
      </a:dk1>
      <a:lt1>
        <a:srgbClr val="ffffff"/>
      </a:lt1>
      <a:dk2>
        <a:srgbClr val="fea86f"/>
      </a:dk2>
      <a:lt2>
        <a:srgbClr val="ffdef3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Minimal Gradient Pitch Deck by Slidesgo">
  <a:themeElements>
    <a:clrScheme name="Simple Light">
      <a:dk1>
        <a:srgbClr val="000000"/>
      </a:dk1>
      <a:lt1>
        <a:srgbClr val="ffffff"/>
      </a:lt1>
      <a:dk2>
        <a:srgbClr val="fea86f"/>
      </a:dk2>
      <a:lt2>
        <a:srgbClr val="ffdef3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</TotalTime>
  <Application>LibreOffice/25.2.1.2$MacOSX_AARCH64 LibreOffice_project/d3abf4aee5fd705e4a92bba33a32f40bc4e56f49</Application>
  <AppVersion>15.0000</AppVersion>
  <Company>Microsoft Corporation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2025-09-01T07:59:14Z</dcterms:created>
  <dc:creator>Unknown Creator</dc:creator>
  <dc:description/>
  <dc:language>en-US</dc:language>
  <cp:lastModifiedBy/>
  <dcterms:modified xsi:type="dcterms:W3CDTF">2025-09-01T16:11:48Z</dcterms:modified>
  <cp:revision>15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